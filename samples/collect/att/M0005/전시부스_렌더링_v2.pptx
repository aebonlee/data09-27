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전시 부스 렌더링 v2 (가상)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배포일: 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조명 위치 조정 완료</a:t>
            </a:r>
          </a:p>
          <a:p>
            <a:r>
              <a:t>관람 동선 안 반영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남은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부스 그래픽 시안 확정 예정(10/5)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